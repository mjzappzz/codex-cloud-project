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c75cdd4754a6e" /><Relationship Type="http://schemas.openxmlformats.org/officeDocument/2006/relationships/extended-properties" Target="/docProps/app.xml" Id="Re500c23cfc174bdb" /><Relationship Type="http://schemas.openxmlformats.org/officeDocument/2006/relationships/officeDocument" Target="/ppt/presentation.xml" Id="Rd935913dd6fd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ace26b77d348b7"/>
  </p:sldMasterIdLst>
  <p:notesMasterIdLst>
    <p:notesMasterId xmlns:r="http://schemas.openxmlformats.org/officeDocument/2006/relationships" r:id="Rb5eba6b09a484523"/>
  </p:notesMasterIdLst>
  <p:sldIdLst>
    <p:sldId xmlns:r="http://schemas.openxmlformats.org/officeDocument/2006/relationships" id="256" r:id="Re5c3191ef28344ae"/>
    <p:sldId xmlns:r="http://schemas.openxmlformats.org/officeDocument/2006/relationships" id="257" r:id="Re052c519e6ae47d3"/>
    <p:sldId xmlns:r="http://schemas.openxmlformats.org/officeDocument/2006/relationships" id="258" r:id="R0d08573a227a41f9"/>
    <p:sldId xmlns:r="http://schemas.openxmlformats.org/officeDocument/2006/relationships" id="259" r:id="R189b689daad74702"/>
    <p:sldId xmlns:r="http://schemas.openxmlformats.org/officeDocument/2006/relationships" id="260" r:id="Rbbd688e2836f47d1"/>
    <p:sldId xmlns:r="http://schemas.openxmlformats.org/officeDocument/2006/relationships" id="261" r:id="R4ea1f352cb7b4ce2"/>
    <p:sldId xmlns:r="http://schemas.openxmlformats.org/officeDocument/2006/relationships" id="262" r:id="R4bf106c8e18a4c33"/>
    <p:sldId xmlns:r="http://schemas.openxmlformats.org/officeDocument/2006/relationships" id="263" r:id="Ra1d723d1123f45b9"/>
    <p:sldId xmlns:r="http://schemas.openxmlformats.org/officeDocument/2006/relationships" id="264" r:id="R0dc270b7e1824d48"/>
    <p:sldId xmlns:r="http://schemas.openxmlformats.org/officeDocument/2006/relationships" id="265" r:id="R390c4ee8458f42a2"/>
    <p:sldId xmlns:r="http://schemas.openxmlformats.org/officeDocument/2006/relationships" id="266" r:id="Rb3016d0673494c39"/>
    <p:sldId xmlns:r="http://schemas.openxmlformats.org/officeDocument/2006/relationships" id="267" r:id="Re60c998376d745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ce26b77d348b7" /><Relationship Type="http://schemas.openxmlformats.org/officeDocument/2006/relationships/theme" Target="/ppt/theme/theme1.xml" Id="Re2b06330efb64e01" /><Relationship Type="http://schemas.openxmlformats.org/officeDocument/2006/relationships/notesMaster" Target="/ppt/notesMasters/notesMaster1.xml" Id="Rb5eba6b09a484523" /><Relationship Type="http://schemas.openxmlformats.org/officeDocument/2006/relationships/presProps" Target="/ppt/presProps.xml" Id="R0310a58ed6814bc7" /><Relationship Type="http://schemas.openxmlformats.org/officeDocument/2006/relationships/viewProps" Target="/ppt/viewProps.xml" Id="Ra31ffb5fdcc84bb3" /><Relationship Type="http://schemas.openxmlformats.org/officeDocument/2006/relationships/tableStyles" Target="/ppt/tableStyles.xml" Id="Rb9baf893b73b46d5" /><Relationship Type="http://schemas.openxmlformats.org/officeDocument/2006/relationships/slide" Target="/ppt/slides/slide1.xml" Id="Re5c3191ef28344ae" /><Relationship Type="http://schemas.openxmlformats.org/officeDocument/2006/relationships/slide" Target="/ppt/slides/slide2.xml" Id="Re052c519e6ae47d3" /><Relationship Type="http://schemas.openxmlformats.org/officeDocument/2006/relationships/slide" Target="/ppt/slides/slide3.xml" Id="R0d08573a227a41f9" /><Relationship Type="http://schemas.openxmlformats.org/officeDocument/2006/relationships/slide" Target="/ppt/slides/slide4.xml" Id="R189b689daad74702" /><Relationship Type="http://schemas.openxmlformats.org/officeDocument/2006/relationships/slide" Target="/ppt/slides/slide5.xml" Id="Rbbd688e2836f47d1" /><Relationship Type="http://schemas.openxmlformats.org/officeDocument/2006/relationships/slide" Target="/ppt/slides/slide6.xml" Id="R4ea1f352cb7b4ce2" /><Relationship Type="http://schemas.openxmlformats.org/officeDocument/2006/relationships/slide" Target="/ppt/slides/slide7.xml" Id="R4bf106c8e18a4c33" /><Relationship Type="http://schemas.openxmlformats.org/officeDocument/2006/relationships/slide" Target="/ppt/slides/slide8.xml" Id="Ra1d723d1123f45b9" /><Relationship Type="http://schemas.openxmlformats.org/officeDocument/2006/relationships/slide" Target="/ppt/slides/slide9.xml" Id="R0dc270b7e1824d48" /><Relationship Type="http://schemas.openxmlformats.org/officeDocument/2006/relationships/slide" Target="/ppt/slides/slide10.xml" Id="R390c4ee8458f42a2" /><Relationship Type="http://schemas.openxmlformats.org/officeDocument/2006/relationships/slide" Target="/ppt/slides/slide11.xml" Id="Rb3016d0673494c39" /><Relationship Type="http://schemas.openxmlformats.org/officeDocument/2006/relationships/slide" Target="/ppt/slides/slide12.xml" Id="Re60c998376d7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71e092eae9a46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db2b0259e44ac1" /><Relationship Type="http://schemas.openxmlformats.org/officeDocument/2006/relationships/notesMaster" Target="/ppt/notesMasters/notesMaster1.xml" Id="Raee52329135a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387e424ba46ec" /><Relationship Type="http://schemas.openxmlformats.org/officeDocument/2006/relationships/notesMaster" Target="/ppt/notesMasters/notesMaster1.xml" Id="R56e15216cc1744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e2adaa7c09447c" /><Relationship Type="http://schemas.openxmlformats.org/officeDocument/2006/relationships/notesMaster" Target="/ppt/notesMasters/notesMaster1.xml" Id="Rfc9ee017b41c41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1b2006a484b40" /><Relationship Type="http://schemas.openxmlformats.org/officeDocument/2006/relationships/notesMaster" Target="/ppt/notesMasters/notesMaster1.xml" Id="Rc63363b3c62d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e5e378c0aa472c" /><Relationship Type="http://schemas.openxmlformats.org/officeDocument/2006/relationships/notesMaster" Target="/ppt/notesMasters/notesMaster1.xml" Id="R32df6e3a168440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871deab6d74b66" /><Relationship Type="http://schemas.openxmlformats.org/officeDocument/2006/relationships/notesMaster" Target="/ppt/notesMasters/notesMaster1.xml" Id="Rcb6c4bdeea3946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fbd5b520324e30" /><Relationship Type="http://schemas.openxmlformats.org/officeDocument/2006/relationships/notesMaster" Target="/ppt/notesMasters/notesMaster1.xml" Id="Rc319b17be4e740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588e0f134d4eed" /><Relationship Type="http://schemas.openxmlformats.org/officeDocument/2006/relationships/notesMaster" Target="/ppt/notesMasters/notesMaster1.xml" Id="Rbd660ae1f21a40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57586aaa5b48f2" /><Relationship Type="http://schemas.openxmlformats.org/officeDocument/2006/relationships/notesMaster" Target="/ppt/notesMasters/notesMaster1.xml" Id="R0efcbf46833f49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254d8ee6ae4fe7" /><Relationship Type="http://schemas.openxmlformats.org/officeDocument/2006/relationships/notesMaster" Target="/ppt/notesMasters/notesMaster1.xml" Id="Rdedc26040aae48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f783049fbd416d" /><Relationship Type="http://schemas.openxmlformats.org/officeDocument/2006/relationships/notesMaster" Target="/ppt/notesMasters/notesMaster1.xml" Id="R4dafec266c0d4b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3921ee767240f3" /><Relationship Type="http://schemas.openxmlformats.org/officeDocument/2006/relationships/notesMaster" Target="/ppt/notesMasters/notesMaster1.xml" Id="R325fe670339f45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3f109a46845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55b8fec18f41a3" /><Relationship Type="http://schemas.openxmlformats.org/officeDocument/2006/relationships/slideLayout" Target="/ppt/slideLayouts/slideLayout2.xml" Id="R7ebd4fc100114c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bd4fc100114c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3bc7a3b7694e01" /><Relationship Type="http://schemas.openxmlformats.org/officeDocument/2006/relationships/notesSlide" Target="/ppt/notesSlides/notesSlide1.xml" Id="Rf9f5638e9e9e41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43035e349d4d53" /><Relationship Type="http://schemas.openxmlformats.org/officeDocument/2006/relationships/notesSlide" Target="/ppt/notesSlides/notesSlide2.xml" Id="Rc35d3421dfe348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fea4427cfd420d" /><Relationship Type="http://schemas.openxmlformats.org/officeDocument/2006/relationships/notesSlide" Target="/ppt/notesSlides/notesSlide3.xml" Id="Rce251547038541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229da7b0fe4a57" /><Relationship Type="http://schemas.openxmlformats.org/officeDocument/2006/relationships/notesSlide" Target="/ppt/notesSlides/notesSlide4.xml" Id="R2390bdf7b6864b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4401223efc4a41" /><Relationship Type="http://schemas.openxmlformats.org/officeDocument/2006/relationships/notesSlide" Target="/ppt/notesSlides/notesSlide5.xml" Id="R721e35efcc2748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c5d7edc0b84417" /><Relationship Type="http://schemas.openxmlformats.org/officeDocument/2006/relationships/notesSlide" Target="/ppt/notesSlides/notesSlide6.xml" Id="R7386f474918f41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5cad0c069740bd" /><Relationship Type="http://schemas.openxmlformats.org/officeDocument/2006/relationships/notesSlide" Target="/ppt/notesSlides/notesSlide7.xml" Id="R290dd6a7151240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2eada308e64a94" /><Relationship Type="http://schemas.openxmlformats.org/officeDocument/2006/relationships/notesSlide" Target="/ppt/notesSlides/notesSlide8.xml" Id="Rcbceff72666d46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2a7e5368734cfc" /><Relationship Type="http://schemas.openxmlformats.org/officeDocument/2006/relationships/notesSlide" Target="/ppt/notesSlides/notesSlide9.xml" Id="R56765a9643a14c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8e86dcc9a4203" /><Relationship Type="http://schemas.openxmlformats.org/officeDocument/2006/relationships/notesSlide" Target="/ppt/notesSlides/notesSlide10.xml" Id="R14f17203223849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caa5e48e84c8c" /><Relationship Type="http://schemas.openxmlformats.org/officeDocument/2006/relationships/notesSlide" Target="/ppt/notesSlides/notesSlide11.xml" Id="Rced6cf8e7d044a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8fb3572fd4faa" /><Relationship Type="http://schemas.openxmlformats.org/officeDocument/2006/relationships/notesSlide" Target="/ppt/notesSlides/notesSlide12.xml" Id="Rff52559ef6c441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D99AD-4FA9-4D17-BAB7-9C5C852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05BF3-1EBD-4108-8437-678F32BC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1CAA4F2F-521C-4398-AFDC-D40D98E7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FC3359BC-A2EF-4FE4-86D7-0C620DB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AGENT 入门课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FEBF5-D481-47F0-BC74-D1EB0415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590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如何学习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AI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526AB-890E-4220-A7B8-5AA3236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把它理解成：一个会思考、会用工具、会检查结果的数字办事助理。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BE838-AAB3-4015-9597-898033EB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不是玄学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E905D-8486-4B39-A156-B6C3CB30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1314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不是万能人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435A3-49F8-4070-8209-910E97FD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2435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是可拆解的工作流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13058-FBCE-4660-BFF8-4876FD5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049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9B0D7-2FC9-4964-BCB7-557B224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66875"/>
            <a:ext cx="85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1537C-81A0-4EA0-805C-F6AE009A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628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AAFE8-6F1E-4434-B99C-A08C6BE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297C-121F-44D8-A168-3C4E576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81500"/>
            <a:ext cx="323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像一名带着工具箱的助理：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听懂目标 -&gt; 选择工具 -&gt; 执行任务 -&gt; 汇报结果。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9D519-CFEF-4BBB-814E-EB28C168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7122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BB4B8C-00E9-4A9F-9E67-C39CCAFC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15429-F03E-4238-85B0-E213A858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8EF9868-FEEF-4B4A-A080-AD69B1A9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F40120A4-B688-412E-847B-5474D4ED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先抓住一句话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C87DD-FB49-466A-A8F2-44DB08DF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AI Agent = 会用工具完成目标的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32D1B-9F0B-4AED-B942-F8F9CA16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普通聊天机器人更像“答题同学”；Agent 更像“接到任务后能自己跑流程的实习生”。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D60B2-BA42-4DEE-9570-69CC777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02681-6A6E-480E-A7FE-7BA7A87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0894F-F2FB-4AC9-AE66-0F5382F0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575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ED2F1-DD00-4E2E-B171-EB274033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大模型负责理解、推理、写方案。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DD0CA-8D4B-48F0-91D0-8C234268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DA98D-BED0-47FE-B93F-1B00634F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CBDA7-1A84-4EBB-905C-759F4D4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575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6A14A-794E-4AB8-98D3-AD8DBA16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工具负责搜索、算数、改文件、发请求。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30397-71FA-4A02-9064-E864ECFC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6EA5C-B091-484F-B88D-CA8AC57C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3442B-30C7-4EE1-9CC5-C1EBD210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笔记本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D0EAB-22B2-4D9C-A733-5237312F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记住背景、任务进度、重要约束。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6710F-E89B-428F-B418-8299116B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类比：一个厨师只会想菜谱还不够，还要有锅铲、食材清单和记事本。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28E37-E93B-4643-9095-4A3DCAB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87110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1D965-D60B-4572-A7F8-FEBF90A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0DDF1-7286-46DE-87FF-3B005AA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D9134198-CC63-4D4D-B01C-A432863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51800281-2D39-4998-95D8-150CDE2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和 ChatGPT 有什么不同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D2263-6CF6-4177-95DF-91561ECC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聊天是“问一句答一句”，Agent 是“接任务办到底”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81206-FA3D-44EF-9619-E2D25519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381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C1FD1-4A6D-474D-AF15-CD73479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381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1821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BEEC4-0E2D-4D9E-8E3A-9AD3AB32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普通聊天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F9F3A-3EC3-4860-BF4A-643786A2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323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你问：帮我写一封邮件。</a:t>
            </a:r>
          </a:p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它答：给你一段邮件文本。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FF0F0-E160-4C36-A948-70020C25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像餐厅服务员：</a:t>
            </a:r>
          </a:p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你点什么，它端什么。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3E7FC-F193-43AB-8AFD-ABEE60CC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F0904-5B3C-464E-8C5B-2B1B7774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3448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DE7EE"/>
                </a:solidFill>
                <a:latin typeface="Microsoft YaHei"/>
                <a:ea typeface="Microsoft YaHei"/>
                <a:cs typeface="Microsoft YaHei"/>
              </a:rPr>
              <a:t>你说：整理客户名单并发跟进邮件。</a:t>
            </a:r>
          </a:p>
          <a:p xmlns:a="http://schemas.openxmlformats.org/drawingml/2006/main">
            <a:pPr algn="l">
              <a:defRPr sz="1575" b="0">
                <a:solidFill>
                  <a:srgbClr val="DD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DE7EE"/>
                </a:solidFill>
                <a:latin typeface="Microsoft YaHei"/>
                <a:ea typeface="Microsoft YaHei"/>
                <a:cs typeface="Microsoft YaHei"/>
              </a:rPr>
              <a:t>它会：读表格、分类、写邮件、检查遗漏。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67004-6205-4AE0-B6C8-A12888F3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C77C"/>
                </a:solidFill>
                <a:latin typeface="Microsoft YaHei"/>
                <a:ea typeface="Microsoft YaHei"/>
                <a:cs typeface="Microsoft YaHei"/>
              </a:rPr>
              <a:t>像项目助理：</a:t>
            </a:r>
          </a:p>
          <a:p xmlns:a="http://schemas.openxmlformats.org/drawingml/2006/main">
            <a:pPr algn="l">
              <a:defRPr sz="1425" b="1">
                <a:solidFill>
                  <a:srgbClr val="F6C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C77C"/>
                </a:solidFill>
                <a:latin typeface="Microsoft YaHei"/>
                <a:ea typeface="Microsoft YaHei"/>
                <a:cs typeface="Microsoft YaHei"/>
              </a:rPr>
              <a:t>知道目标，也知道下一步。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FD801-8BC3-456D-B098-BB03CA1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关键差别：Agent 不只是生成文字，它会把目标拆成动作。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492AE-57BF-4D64-ABF7-FC42ADFE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677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638AB-9ED2-4F11-8BE1-FEA5946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A8414-B92F-4FA0-8084-5075712E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0267541-71B6-432A-9B3A-F8CF909D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A6113377-B984-45B7-B8E6-EFBD0E4E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的工作循环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FC546-E73D-4714-8ED5-019D4C51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它不是一次性回答，而是反复走四步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29DF8-FD7F-4484-9553-86229D79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209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6D322-2845-42FA-8DD0-242CB819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981BC-491E-49A6-A810-879949F6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2417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看见现状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4C7DE-21DD-4E88-B05F-5949A78B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读取问题、文件、网页、历史记录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A7695-2AD9-4E15-BE6E-41FAABA7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37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82FAC-21A7-429C-8240-DFFCCC3B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209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18809-D631-4F01-8B25-1CAAFC51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25986-0911-4D44-BDCE-7B8F5BFA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2417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想下一步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95F9F-CBDD-47F6-85F9-991A1950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拆任务、排优先级、选工具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4EB59-C3A1-43C6-A5DD-366D39A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C8CB6-0E02-4CCB-B8E7-C08B9E97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209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2CC14-BB36-4177-BF88-82D4220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444D4-CEF2-486B-B11D-6070FA0C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2417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动手执行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4EB23-4396-4751-960B-E5F2AC6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搜索、计算、写代码、生成文件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818E5-4755-44CF-8382-0E5A6E25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75D7B-A64B-4108-A393-1D5A0457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2209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7BA3E-2CEF-4B24-9655-8B8AE97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98E70-1F0A-4E02-B124-E979BBA4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24175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检查结果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E9AA8-435F-4B74-A15C-C16A478A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242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验证是否达标，必要时重来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0065C-305F-4656-97CF-6A31805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类比：学骑车不是“想一次就会”，而是看路、调整方向、踩踏板、再修正。Agent 也是边做边校准。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F7B3C-C5E7-4D0A-9F7A-77FC444D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9201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C9776-A551-4916-B70E-BFD2ACFC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16CBE-A995-408C-BA62-7E2DBEB8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F8595417-A1E9-41E9-9FD1-16C48E34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D67D6088-CDAF-47A9-93FF-0D79C3D2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A4BEF-90FA-4A4A-A678-35DE867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工具让 AI 从“会说”变成“会办事”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2271B-37A8-4FB6-BF68-6DC9F5F5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没有工具的模型像一位聪明但不能出门的人；有工具后，它能查资料、算账、改文件、调用系统。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EDAE1-8C69-4B74-A986-9CBCFB9D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3E9B0-74B3-4124-B600-861BD32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5EA63-AF12-46A0-9D91-F519DB1D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289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像打电话问资料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31CA6-9CB5-4589-9C90-260CA23A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2781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BD2FB-6CD3-4289-8608-0928C08A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计算器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DDAEF-C7AA-4A7C-8FDE-6ECFC60F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像拿算盘核账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6BF82-D120-4760-9296-49975850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2781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4BBD4-4569-4711-A16E-009D4931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6D67D-6D6F-4D22-A043-98C752E9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像打开资料柜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1D4C-8A69-4F14-8717-FEFD4651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781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C17DC-87A9-4435-82B4-DC79E3AC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33791-9CA2-4450-A2E0-97C9ACCE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291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像亲自去网页操作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65265-56C5-4666-A8FD-E8608CCE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57650"/>
            <a:ext cx="2781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1821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ACFB0-5320-4F4F-BC2A-C2B2E219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87ED7-B0B8-4489-BF3D-51BAA270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291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像请它写小工具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51250-1A06-45B5-8AA6-6262486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学习重点：先别追求“全自动”，先学会给它安全、清楚、可检查的工具。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47262-937A-44C0-85C7-2A2BD934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6486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147C5-C07E-4BD2-8A4F-F0637938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2812E-8171-4AA7-8D4C-037AD630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79C08016-D35D-432E-A862-FA564543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01AC15DB-C0D4-4131-BE17-82AB322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记忆和上下文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28C39-AF96-4E0D-AB28-ED9E688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上下文像桌面，记忆像笔记本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AB74B-3F65-4ECA-B9CE-16F7B3A0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572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7D24C-C9F8-411C-BE19-9DDF5A2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714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A4537-2CCD-48AA-9A2C-BEA91441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上下文：当前桌面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A108E-F482-4C95-9D81-19AC4E4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F7D5C-4C16-4648-8EF8-322B895D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432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你刚才说的话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F45F6-A4CE-49E9-80FA-095FFCC6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AEA72-693F-499B-A0E9-FABB962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当前打开的文件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C39DA-C6BA-4CB3-90D1-6B50CE32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A9C91-609B-4BB8-872A-535ABD52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00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本次任务的限制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CDC25-D043-4FF8-938C-F994AD49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桌面太乱，Agent 就容易抓错重点。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2349B-555E-4900-8229-68CA52EB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记忆：长期笔记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63F26-FE9D-4CBE-B939-159F67A0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10FDA-19B2-4BCA-80B1-4998CDF3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偏好：喜欢中文、要简洁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39F1C-765B-447A-9DB0-548B8874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52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84B5B-B0D3-4389-9B63-1ED27F5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76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项目规则：格式、口径、流程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379E6-A0E7-475C-AAE1-155E4ED4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A343D-5D8B-4731-BCBE-BB5960CC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100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历史经验：哪些方案有效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68669-AB5B-4628-BF26-A1DF5E93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记忆要可控，别什么都记。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A83D8-B6D4-40DE-8E26-1A21159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25915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AC7FF-6DB1-4FD0-A1F8-ECBF0C7E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2B93A-A4BB-4AB4-B4D5-29A64D2A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9A28BF7-4DE1-438E-A02D-FCFCFFE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3927E47-1833-45B6-9C7B-ACE1A097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学习路线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AE951-67E3-4730-BF3D-46C9B1E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小白学习 Agent，不要从论文开始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3D97A-7F9D-4908-B1D5-9383936F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876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9820B-AFCE-468E-B81A-055F3CAE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第 1 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1164A-7C2B-442D-BC90-00A738A2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会提需求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78A32-5495-43B0-8D85-D1EDA2EB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把“帮我弄一下”改成“目标、材料、格式、标准”。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0AD65-2B3C-47AC-866B-9CAE0364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876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E1C97-7E39-4A62-BB3F-FCB78064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第 2 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B14DF-4399-4035-B9F5-D172C18F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会拆流程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8F417-8A57-4ECC-8110-1FF6FE9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把任务拆成观察、判断、动作、检查。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402F5-827B-484C-AA8D-27A12176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876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BD20A-B1B5-4C5F-8364-230B2A3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第 3 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84539-062D-415F-A7F5-27D59A5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957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会配工具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87BD6-44F1-4250-9381-DFE8C000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让 AI 用搜索、表格、代码、文件系统完成具体动作。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A4182-1742-4C12-B4F0-0ED2836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876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DBB50-C83E-45F2-8B1B-21208DA8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第 4 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2B8C0-8F2F-4650-8E88-46BF97F1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720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会做评估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8CE39-B15E-4E44-A992-3A0C7FDF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判断结果是否正确、完整、可复用、可交付。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6858B-F826-45E3-8C57-D05987DC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类比：学开车先学方向盘、刹车、看路况，再研究发动机。学 Agent 也先学工作流。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24785-220D-4775-AC28-6A04D2DE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27046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62CCF2-2ABF-4C8C-BE6A-08CE88D9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2315E-CE1C-4FD2-B896-0BDBBDD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DFA1243-29D9-4AF2-B7DB-EEB92A62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A23FFF2F-C841-4B17-A4BA-64FC2847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一个生活例子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0C0B7-64B0-4905-8E9C-466EB1D0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让 Agent 帮你安排周末旅行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93D9F-B91A-4D33-97BE-2016298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3009900" cy="33337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1821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1B183-CBC4-447A-860B-C77CFBA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你给它的目标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86A9E-369F-4378-B5E0-4E8ECC1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预算 1500 元</a:t>
            </a:r>
          </a:p>
          <a:p xmlns:a="http://schemas.openxmlformats.org/drawingml/2006/main">
            <a:pPr algn="l">
              <a:def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两天一夜</a:t>
            </a:r>
          </a:p>
          <a:p xmlns:a="http://schemas.openxmlformats.org/drawingml/2006/main">
            <a:pPr algn="l">
              <a:def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不想太累</a:t>
            </a:r>
          </a:p>
          <a:p xmlns:a="http://schemas.openxmlformats.org/drawingml/2006/main">
            <a:pPr algn="l">
              <a:def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要适合带孩子</a:t>
            </a:r>
          </a:p>
          <a:p xmlns:a="http://schemas.openxmlformats.org/drawingml/2006/main">
            <a:pPr algn="l">
              <a:def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最后给我行程表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1A6C9-A201-4F80-B6D1-DF236423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514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F1626-B972-4B21-B3BF-9F02F514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480C1-489D-4E24-99F6-380F9A6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55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看天气、交通、景点开放时间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2DB90-A286-4C46-8338-8597F81B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2514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C4A55-7A9C-4A27-AC36-64FE5AEE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3365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9AF03-5ED0-468B-AEDD-4482CA7F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比较距离、预算、儿童友好度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3797C-62B9-4EC7-AA11-AC578CD7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514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A93DE-E9F3-42A1-B50E-8C7ADDF5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59107-ECAA-48FD-9122-15D0CAD7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481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生成上午/下午/晚上的路线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30574-256B-47E9-A375-E0A02BA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2514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A4265-1D2A-4594-AFD1-D70C111F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552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16D9D-C171-4EC6-B3DE-01F147F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检查是否超预算、是否太赶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1E299-A370-4E57-9B4D-63D1DFFE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531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这就是 Agent 思维：不是“帮我推荐”，而是“按条件完成一个可交付结果”。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07329-B6F0-40C4-BB20-E8B689C7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43605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BDDEF-EBF2-4716-80D8-76B7BA1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BB68C-15DC-4A33-A3E4-30075A4D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BAB6D4EC-5A98-4751-B2F9-F4C14BA1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4F211935-CD81-46B6-B3BF-CEF7AF72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第一个 Agent 怎么搭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AC34E-5C1A-4ED0-BF0F-BE1AE7E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先写清楚 5 件事，Agent 才不容易跑偏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D68D8-A7DB-4EBD-BF5A-1A9D2C7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14500" cy="2190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1B9A3-7A82-4D3F-BB42-31373B5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B338C-CA3F-4346-B9B9-16F4BF9E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219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你是谁？例如：学习教练、资料整理员、客服助手。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F1095-D58A-465D-9FCA-17367552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714500" cy="2190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C7ED0-C25F-45DD-AB81-7A84C2E4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CE7AF-F57C-4A38-ADBC-61DD6B63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1219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要交付什么？例如：一页总结、表格、邮件草稿。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0D5F3-FC2B-4429-9955-45525C54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714500" cy="2190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2E6C3-076B-4029-A432-352693F0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00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FF4D8-9693-44AE-84F2-0B87FADC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05200"/>
            <a:ext cx="1219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能看什么？例如：网页、PDF、表格、聊天记录。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A3FD8-019F-4ED7-B210-578596E0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1714500" cy="2190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C93F1-F141-49B4-8E11-45672612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EBCCA-E2CC-4942-920A-1A8142B0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05200"/>
            <a:ext cx="1219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能做什么？例如：搜索、计算、改文件、调用接口。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73D08-580D-46F9-8213-FCB5CDC9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1714500" cy="2190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9525">
            <a:solidFill>
              <a:srgbClr val="1821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D6308-C083-4626-89BF-D388BE38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8D40F-41BA-4C93-BE3F-C803719A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1219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7EE"/>
                </a:solidFill>
                <a:latin typeface="Microsoft YaHei"/>
                <a:ea typeface="Microsoft YaHei"/>
                <a:cs typeface="Microsoft YaHei"/>
              </a:rPr>
              <a:t>什么算完成？例如：无错别字、有来源、格式统一。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0090A-51DA-45CB-A252-C516FC1E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好提示词不是咒语，更像“任务委托书”：目标越清楚，执行越稳定。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C6394-DBF3-477F-B8D3-695290F6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05114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6C6240-B6A2-47D8-BB46-B8EFC8C0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7D4B5-EFAE-46B6-B41F-C8DE35D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E971F51-509C-4C36-A4A0-FD5208BC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AFA8448-4080-4536-BFBC-5A722E1A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常见坑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5CDEF-B023-4ED8-B560-141A0D79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Agent 失败，通常不是因为它“不够聪明”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9A630-9F97-4F7A-914A-74910E92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857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54D69-5B85-4D66-97DC-89C9D10D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3905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D2BF8-B27D-43BC-9D02-104432D1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常见问题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CF03A-4424-4482-8AA6-D8F06E5C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3C66E-D748-46DF-8C59-07788DD1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目标太模糊：只说“帮我优化一下”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56097-E669-41DB-9990-DCEFC2BD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F8A8E-CE2E-412C-BB7A-B0D03114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工具太危险：一上来就允许它随便删除/发送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E71BA-506B-4C55-B09C-C83F7244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1E6EA-AA05-4B5B-AC60-D01A6DC9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没有检查：生成了就直接信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1F169-F17D-44AF-A9B0-9FBEB287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14E08-E950-4B45-8865-24B6E475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上下文太乱：资料、规则、例子混在一起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6CE54-6BE6-4131-8AA2-7A67AA49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193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解决办法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69BFF-7298-4416-BE10-B77D3BDC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给边界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给样例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给检查表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先小任务试跑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关键动作要确认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A2938-C833-4DE5-953F-4F67C47B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53516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8A7962-57EE-4F0E-BF10-ABA0EA09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B6451-2F78-4416-8D72-1FFC3BBE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EB3C458D-FA64-454D-84D2-6AD5801D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6AE191B3-95D6-48ED-AEFB-74E5B7C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三周练习计划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F82CA-8EC5-4446-B650-92620CAE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从会用，到会设计，再到会评估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1F7A9-BC91-4CF0-B3DA-6E77BC8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781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5BE73-A87D-4FE0-B1B6-177B01BE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8F2D0-10CE-4BD3-A083-AA42184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 AI 当助理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29388-1394-4A06-9D77-D748DBF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每天让它完成一个小任务：总结文章、做清单、改邮件。重点练“说清楚需求”。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57BB1-54A6-4735-99D3-E5F46961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2781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3F95A-E47E-4198-B1E9-AAD16478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12BE0-3BD4-4285-B334-E195F4DE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把任务拆成流程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A8946-2471-4A0A-A832-C45E0DA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100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选一个真实场景，比如做周报。写出输入、步骤、工具、输出、检查标准。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2F3EA-3BBC-4D58-95DF-7E05DFD3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2781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98896-952C-445B-BC13-CBDA44D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47F2C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BA1BA-607E-4C72-90C3-9DFC9D15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做一个可复用模板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D7B54-4B76-439F-AD4A-7CB59E95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把流程固定成模板：以后只换材料，就能稳定产出。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E4F97-ADE9-4764-BE67-763A7F1E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388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判断自己是否进步：不是看用了多少新工具，而是看结果能不能稳定复现。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4D573-C2EE-49E6-84C6-8472CAEE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7247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1207D-73E2-4993-9FB7-53E2D52D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948F5-1EF4-4EE8-B830-801FCD84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076B16E6-05E3-4231-BE12-2F5E7C0E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F68451D9-FE48-4C53-86BF-0C892065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结尾：记住这张图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57C3C-0880-4C22-82BE-15B9BB23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学习 AI Agent 的核心，</a:t>
            </a:r>
          </a:p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是学会设计“可执行的工作流”。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88691-77BA-4FE5-90CF-5402B99A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B5D42-A714-4824-9D19-049971D2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16463-0DC7-40E7-BBC1-D8E9C9B5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718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30968-DCFF-4895-8E6B-0910F8B9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D4AC1-EF7D-44CB-922E-05A4E5E7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04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AD8D5-51C2-48B3-8877-5DFDE05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04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64E29-D3D9-4FEA-8048-B8EF3297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FBB4B-A934-4803-A000-6AEC59CA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004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AAD23-D317-40AF-AC78-9AC18E3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223B6-09DE-4295-8486-087FECD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B530A-2408-430C-8A2E-5277E89E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29A94-F177-4B9D-A348-FAF63B0B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21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DF7"/>
                </a:solidFill>
                <a:latin typeface="Microsoft YaHei"/>
                <a:ea typeface="Microsoft YaHei"/>
                <a:cs typeface="Microsoft YaHei"/>
              </a:rPr>
              <a:t>一句话复盘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83717-6338-4332-8F8B-5A7E706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52950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不是魔法师，而是一个按流程工作的数字同事。你越会定义任务，它越能交付结果。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08422-9E3A-4245-8264-5123EB8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4652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2026-05-18T10:04:20.7390000Z</dcterms:created>
  <dcterms:modified xsi:type="dcterms:W3CDTF">2026-05-18T10:04:20.7390000Z</dcterms:modified>
</coreProperties>
</file>